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76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017520"/>
            <a:ext cx="2286000" cy="22860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Sharing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friends share expenses, tracking who owes whom becomes complex and error-prone.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67712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2219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677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People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split among many participants with varying shares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19202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67712"/>
            <a:ext cx="384048" cy="38404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00600" y="22219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6771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2029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Tracking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39496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 leads to mistakes and confusion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65760" y="3291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39312"/>
            <a:ext cx="384048" cy="38404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57200" y="35935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39312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1560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Uneven Splits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05156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amounts for different participants cause complexity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709160" y="3291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39312"/>
            <a:ext cx="384048" cy="38404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800600" y="35935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39312"/>
            <a:ext cx="384048" cy="38404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94960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 Chaos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539496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determine who pays whom to settle all debts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Python OOP-based expense sharing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697480" cy="3108960"/>
          </a:xfrm>
          <a:prstGeom prst="rect">
            <a:avLst/>
          </a:prstGeom>
          <a:solidFill>
            <a:srgbClr val="10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3736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Setup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number of friends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participant input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Console-driven interface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97480" cy="3108960"/>
          </a:xfrm>
          <a:prstGeom prst="rect">
            <a:avLst/>
          </a:prstGeom>
          <a:solidFill>
            <a:srgbClr val="10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50876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3736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Logging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3756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payer, amount, desc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3756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Multi-participant splitting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Per-expense breakdown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0760" y="1508760"/>
            <a:ext cx="2697480" cy="3108960"/>
          </a:xfrm>
          <a:prstGeom prst="rect">
            <a:avLst/>
          </a:prstGeom>
          <a:solidFill>
            <a:srgbClr val="10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80760" y="1508760"/>
            <a:ext cx="26974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86600" y="16916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73736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Engine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21792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Auto-calculates net balances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1792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settlement algo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1792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Architecture: ExpenseSharing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114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9319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ExpenseSharing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  →  list of dicts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  →  dict by payer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balances  →  dict by friend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3657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__init__(friends)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add_expense(payer, amt, desc, parts)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7355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calculate_balances()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210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calculate_settlements()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6849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refund(payer, amount, desc, to)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generate_expense_df()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9728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list with name/email/phone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dict per payer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5740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05740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093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Methods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expenses &amp; track participants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net balances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01752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337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minimizes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transactions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977640"/>
            <a:ext cx="41148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97764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cost breakdown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86968" y="1005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344168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920240"/>
            <a:ext cx="1600200" cy="26517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Friends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248716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comma-separated friend names to initialise the group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1344168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920240"/>
            <a:ext cx="1600200" cy="26517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Expenses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12264" y="248716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payer, amount, description &amp; participants until 'done'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5112" y="1005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9784" y="1344168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920240"/>
            <a:ext cx="1600200" cy="26517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Calculate Balances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1336" y="248716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payer is credited; each participant is debited their share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44184" y="1005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44184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48856" y="1344168"/>
            <a:ext cx="34747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1920240"/>
            <a:ext cx="1600200" cy="26517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 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0408" y="248716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pairs debtors &amp; creditors; prints minimal transactions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63256" y="10058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3256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196328" y="1920240"/>
            <a:ext cx="1600200" cy="2651760"/>
          </a:xfrm>
          <a:prstGeom prst="rect">
            <a:avLst/>
          </a:prstGeom>
          <a:solidFill>
            <a:srgbClr val="1020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199339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Report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2487168"/>
            <a:ext cx="14447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shows full expense table with per-person cost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46743" y="777240"/>
            <a:ext cx="4072708" cy="4069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(Greedy)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into: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creditors (balance &gt; 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debtors   (balance &lt; 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both by amount (desc)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debtors AND creditors: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 smallest debtor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63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 smallest creditor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settle = min(debt, credit)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transaction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remainder &gt; 0: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push back with new amount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777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4 Friends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2618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12618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48272" y="12618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12618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1645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48272" y="1645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1645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20299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97880" y="2029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48272" y="2029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48272" y="24140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89520" y="24140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617720" y="2798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897880" y="27980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48272" y="27980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589520" y="27980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17720" y="31821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748272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589520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61772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89788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748272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58952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617720" y="3950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897880" y="3950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748272" y="3950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589520" y="39502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BFE1781-8B01-5E02-9EF5-576009DD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11581"/>
            <a:ext cx="4581871" cy="3480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4183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926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905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Group Management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544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527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unlimited friends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339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participant input per expense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46120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355848" y="94183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969264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59352" y="905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Tracking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544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57600" y="1527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payer, amount, description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99339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65760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partial participation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6172200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6281928" y="94183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969264"/>
            <a:ext cx="457200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85432" y="9052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Calculation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583680" y="1527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net balance per person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9339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58368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payers who also participate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320040" y="28620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429768" y="3026664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054096"/>
            <a:ext cx="457200" cy="4572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33272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Greedy Settlement</a:t>
            </a:r>
            <a:endParaRPr lang="en-US" sz="13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39312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315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number of transactions</a:t>
            </a:r>
            <a:endParaRPr lang="en-US" sz="11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78224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73152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pay-to instructions</a:t>
            </a:r>
            <a:endParaRPr lang="en-US" sz="1100" dirty="0"/>
          </a:p>
        </p:txBody>
      </p:sp>
      <p:sp>
        <p:nvSpPr>
          <p:cNvPr id="36" name="Shape 22"/>
          <p:cNvSpPr/>
          <p:nvPr/>
        </p:nvSpPr>
        <p:spPr>
          <a:xfrm>
            <a:off x="3246120" y="28620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3"/>
          <p:cNvSpPr/>
          <p:nvPr/>
        </p:nvSpPr>
        <p:spPr>
          <a:xfrm>
            <a:off x="3355848" y="3026664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054096"/>
            <a:ext cx="457200" cy="4572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3959352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Reporting</a:t>
            </a:r>
            <a:endParaRPr lang="en-US" sz="13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639312"/>
            <a:ext cx="201168" cy="20116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365760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with per-person cost</a:t>
            </a:r>
            <a:endParaRPr lang="en-US" sz="11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078224"/>
            <a:ext cx="201168" cy="20116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365760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further data analysis</a:t>
            </a:r>
            <a:endParaRPr lang="en-US" sz="1100" dirty="0"/>
          </a:p>
        </p:txBody>
      </p:sp>
      <p:sp>
        <p:nvSpPr>
          <p:cNvPr id="44" name="Shape 27"/>
          <p:cNvSpPr/>
          <p:nvPr/>
        </p:nvSpPr>
        <p:spPr>
          <a:xfrm>
            <a:off x="6172200" y="2862072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28"/>
          <p:cNvSpPr/>
          <p:nvPr/>
        </p:nvSpPr>
        <p:spPr>
          <a:xfrm>
            <a:off x="6281928" y="3026664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054096"/>
            <a:ext cx="457200" cy="45720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885432" y="2990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Refund Support</a:t>
            </a:r>
            <a:endParaRPr lang="en-US" sz="13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39312"/>
            <a:ext cx="201168" cy="201168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658368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refunds with timestamps</a:t>
            </a:r>
            <a:endParaRPr lang="en-US" sz="11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078224"/>
            <a:ext cx="201168" cy="201168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6583680" y="40507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(pending/done)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4630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051560"/>
            <a:ext cx="128016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0515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5486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05156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with classes &amp; methods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14630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0136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801368"/>
            <a:ext cx="128016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80136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801368"/>
            <a:ext cx="5486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80136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generation for tabular expense reports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Paradigm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20240" y="2551176"/>
            <a:ext cx="128016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255117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2551176"/>
            <a:ext cx="5486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55117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Encapsulated ExpenseSharing class with clear API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00984"/>
            <a:ext cx="14630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0098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20240" y="3300984"/>
            <a:ext cx="128016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30098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3300984"/>
            <a:ext cx="5486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30098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debt settlement with sorted creditor/debtor queues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050792"/>
            <a:ext cx="14630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5079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20240" y="4050792"/>
            <a:ext cx="128016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405079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91840" y="4050792"/>
            <a:ext cx="5486400" cy="6217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4050792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 loop with user prompts and guards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Built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Python expense tracker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with clear class structure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359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settlement minimises transactions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816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integration for expense reports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console interface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892040" y="14447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230368" y="1444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UI (Flask / React)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92040" y="19019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230368" y="1901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persistence (SQL)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892040" y="23591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230368" y="23591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payment reminders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92040" y="28163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230368" y="28163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 support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92040" y="32735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30368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 subscriptions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3"/>
          <p:cNvSpPr/>
          <p:nvPr/>
        </p:nvSpPr>
        <p:spPr>
          <a:xfrm>
            <a:off x="1371600" y="45720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539</Words>
  <Application>Microsoft Office PowerPoint</Application>
  <PresentationFormat>On-screen Show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Sharing App</dc:title>
  <dc:subject>PptxGenJS Presentation</dc:subject>
  <dc:creator>PptxGenJS</dc:creator>
  <cp:lastModifiedBy>INDIRA DEVI SENTHIL KUMAR</cp:lastModifiedBy>
  <cp:revision>3</cp:revision>
  <dcterms:created xsi:type="dcterms:W3CDTF">2026-06-04T11:11:04Z</dcterms:created>
  <dcterms:modified xsi:type="dcterms:W3CDTF">2026-06-05T11:55:30Z</dcterms:modified>
</cp:coreProperties>
</file>